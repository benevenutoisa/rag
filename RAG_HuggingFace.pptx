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365760"/>
            <a:ext cx="1645920" cy="16459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LLMs Alucinam.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Corrigir?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 ancoa respostas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documentos reais, eliminando invenções do modelo.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246120"/>
            <a:ext cx="2606040" cy="15544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107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374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Alucinações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7947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geram fatos plausíveis mas incorretos sem base em dados reais.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81528" y="3246120"/>
            <a:ext cx="2606040" cy="15544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4107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374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Desatualização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18688" y="37947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 até uma data específica ignoram eventos recentes.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97296" y="3246120"/>
            <a:ext cx="2606040" cy="15544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341071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3374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Fonte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934456" y="37947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sem referência tornam verificação impossível.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RAG com HuggingFace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828800" cy="29260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18288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536192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7276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084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487168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convertidos em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(embeddings)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sentence-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da HF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389" y="2670048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77440" y="1371600"/>
            <a:ext cx="1828800" cy="29260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377440" y="1371600"/>
            <a:ext cx="18288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514600" y="1536192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1460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15727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87168" y="2084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2487168" y="2487168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vetorizada;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similaridade 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cosseno retorna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docs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357" y="2670048"/>
            <a:ext cx="256032" cy="25603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407408" y="1371600"/>
            <a:ext cx="1828800" cy="29260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407408" y="1371600"/>
            <a:ext cx="18288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44568" y="1536192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544568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1572768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17136" y="2084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517136" y="2487168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recuperados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injetados no prompt;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/ LLaMA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resposta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fundamentada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325" y="2670048"/>
            <a:ext cx="256032" cy="2560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437376" y="1371600"/>
            <a:ext cx="1828800" cy="292608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37376" y="1371600"/>
            <a:ext cx="18288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574536" y="1536192"/>
            <a:ext cx="438912" cy="43891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574536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744" y="1572768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547104" y="2084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547104" y="2487168"/>
            <a:ext cx="16459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verificável,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fontes citadas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sem alucinações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baseadas em fatos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2926080" y="4663440"/>
            <a:ext cx="3291840" cy="329184"/>
          </a:xfrm>
          <a:prstGeom prst="roundRect">
            <a:avLst>
              <a:gd name="adj" fmla="val 13889"/>
            </a:avLst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2926080" y="4645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HuggingFace Inference API  ·  sentence-transformers  ·  Mistral-7B</a:t>
            </a:r>
            <a:endParaRPr lang="en-US" sz="750" dirty="0"/>
          </a:p>
        </p:txBody>
      </p:sp>
      <p:sp>
        <p:nvSpPr>
          <p:cNvPr id="38" name="Text 29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&amp; Resultados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75488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6304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46304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rag_app.py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4526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Instancia o pipeline RAG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= </a:t>
            </a:r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RAGPipeline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(DOCUMENTS)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Faz uma pergunta ao sistema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rag.</a:t>
            </a:r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 que é RAG?",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top_k=</a:t>
            </a:r>
            <a:pPr algn="l" indent="0" marL="0">
              <a:buNone/>
            </a:pPr>
            <a:r>
              <a:rPr lang="en-US" sz="9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Pipeline executa: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Embeds query via HF API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Cosine similarity → top-2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Mistral gera resposta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(result[</a:t>
            </a:r>
            <a:pPr algn="l"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"resposta"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9240" y="1325880"/>
            <a:ext cx="3611880" cy="73152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8112" y="143560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33872" y="1380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Fundamentadas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33872" y="16550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resposta cita os documentos fonte, verificável e auditável.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349240" y="2167128"/>
            <a:ext cx="3611880" cy="73152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112" y="2276856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833872" y="22219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Alucinações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833872" y="24963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só usa o contexto recuperado, sem inventar informações.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349240" y="3008376"/>
            <a:ext cx="3611880" cy="73152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311810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33872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Extensível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833872" y="33375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 modelo de embedding ou o LLM com 1 linha de código.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349240" y="3849624"/>
            <a:ext cx="3611880" cy="731520"/>
          </a:xfrm>
          <a:prstGeom prst="rect">
            <a:avLst/>
          </a:prstGeom>
          <a:solidFill>
            <a:srgbClr val="12254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12" y="395935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833872" y="39044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Produção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833872" y="4178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Inference API escala sem infraestrutura de GPU própria.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365760" y="4663440"/>
            <a:ext cx="4754880" cy="32004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84048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export HF_API_TOKEN=hf_...   &amp;&amp;   python3 rag_app.py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321040" y="4800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com HuggingFace</dc:title>
  <dc:subject>PptxGenJS Presentation</dc:subject>
  <dc:creator>PptxGenJS</dc:creator>
  <cp:lastModifiedBy>PptxGenJS</cp:lastModifiedBy>
  <cp:revision>1</cp:revision>
  <dcterms:created xsi:type="dcterms:W3CDTF">2026-05-28T00:26:56Z</dcterms:created>
  <dcterms:modified xsi:type="dcterms:W3CDTF">2026-05-28T00:26:56Z</dcterms:modified>
</cp:coreProperties>
</file>